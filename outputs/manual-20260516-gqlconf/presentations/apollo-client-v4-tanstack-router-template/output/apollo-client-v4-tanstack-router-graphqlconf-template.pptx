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4a2e053ddc4560" /><Relationship Type="http://schemas.openxmlformats.org/officeDocument/2006/relationships/extended-properties" Target="/docProps/app.xml" Id="R373e6b1dab884544" /><Relationship Type="http://schemas.openxmlformats.org/officeDocument/2006/relationships/officeDocument" Target="/ppt/presentation.xml" Id="Rf5ad2730938a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8e3accd814427"/>
  </p:sldMasterIdLst>
  <p:notesMasterIdLst>
    <p:notesMasterId xmlns:r="http://schemas.openxmlformats.org/officeDocument/2006/relationships" r:id="R1756dfe1893a4d1e"/>
  </p:notesMasterIdLst>
  <p:sldIdLst>
    <p:sldId xmlns:r="http://schemas.openxmlformats.org/officeDocument/2006/relationships" id="256" r:id="R6c07c1f4141c437a"/>
    <p:sldId xmlns:r="http://schemas.openxmlformats.org/officeDocument/2006/relationships" id="257" r:id="Rd06864722b8545f8"/>
    <p:sldId xmlns:r="http://schemas.openxmlformats.org/officeDocument/2006/relationships" id="258" r:id="Rc782119ad3ee4c3a"/>
    <p:sldId xmlns:r="http://schemas.openxmlformats.org/officeDocument/2006/relationships" id="259" r:id="R9d332cbdbae4458b"/>
    <p:sldId xmlns:r="http://schemas.openxmlformats.org/officeDocument/2006/relationships" id="260" r:id="R02af0be06f9f4217"/>
    <p:sldId xmlns:r="http://schemas.openxmlformats.org/officeDocument/2006/relationships" id="261" r:id="R06cbfdb79a58490b"/>
    <p:sldId xmlns:r="http://schemas.openxmlformats.org/officeDocument/2006/relationships" id="262" r:id="Rcae837ea00f2416c"/>
    <p:sldId xmlns:r="http://schemas.openxmlformats.org/officeDocument/2006/relationships" id="263" r:id="Ra62cd4d17a964e8a"/>
    <p:sldId xmlns:r="http://schemas.openxmlformats.org/officeDocument/2006/relationships" id="264" r:id="R18ab3c5ca3aa4847"/>
    <p:sldId xmlns:r="http://schemas.openxmlformats.org/officeDocument/2006/relationships" id="265" r:id="Rcb09ea883d754122"/>
    <p:sldId xmlns:r="http://schemas.openxmlformats.org/officeDocument/2006/relationships" id="266" r:id="R79ea682f6e76462d"/>
    <p:sldId xmlns:r="http://schemas.openxmlformats.org/officeDocument/2006/relationships" id="267" r:id="Raf4bc6b781a44cd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8e3accd814427" /><Relationship Type="http://schemas.openxmlformats.org/officeDocument/2006/relationships/theme" Target="/ppt/theme/theme1.xml" Id="Rb27dbe0a01ad4286" /><Relationship Type="http://schemas.openxmlformats.org/officeDocument/2006/relationships/notesMaster" Target="/ppt/notesMasters/notesMaster1.xml" Id="R1756dfe1893a4d1e" /><Relationship Type="http://schemas.openxmlformats.org/officeDocument/2006/relationships/presProps" Target="/ppt/presProps.xml" Id="Rdb91439c4aca4490" /><Relationship Type="http://schemas.openxmlformats.org/officeDocument/2006/relationships/viewProps" Target="/ppt/viewProps.xml" Id="Rc07e19cc9a224d44" /><Relationship Type="http://schemas.openxmlformats.org/officeDocument/2006/relationships/tableStyles" Target="/ppt/tableStyles.xml" Id="Rcdda083dd1e04308" /><Relationship Type="http://schemas.openxmlformats.org/officeDocument/2006/relationships/slide" Target="/ppt/slides/slide1.xml" Id="R6c07c1f4141c437a" /><Relationship Type="http://schemas.openxmlformats.org/officeDocument/2006/relationships/slide" Target="/ppt/slides/slide2.xml" Id="Rd06864722b8545f8" /><Relationship Type="http://schemas.openxmlformats.org/officeDocument/2006/relationships/slide" Target="/ppt/slides/slide3.xml" Id="Rc782119ad3ee4c3a" /><Relationship Type="http://schemas.openxmlformats.org/officeDocument/2006/relationships/slide" Target="/ppt/slides/slide4.xml" Id="R9d332cbdbae4458b" /><Relationship Type="http://schemas.openxmlformats.org/officeDocument/2006/relationships/slide" Target="/ppt/slides/slide5.xml" Id="R02af0be06f9f4217" /><Relationship Type="http://schemas.openxmlformats.org/officeDocument/2006/relationships/slide" Target="/ppt/slides/slide6.xml" Id="R06cbfdb79a58490b" /><Relationship Type="http://schemas.openxmlformats.org/officeDocument/2006/relationships/slide" Target="/ppt/slides/slide7.xml" Id="Rcae837ea00f2416c" /><Relationship Type="http://schemas.openxmlformats.org/officeDocument/2006/relationships/slide" Target="/ppt/slides/slide8.xml" Id="Ra62cd4d17a964e8a" /><Relationship Type="http://schemas.openxmlformats.org/officeDocument/2006/relationships/slide" Target="/ppt/slides/slide9.xml" Id="R18ab3c5ca3aa4847" /><Relationship Type="http://schemas.openxmlformats.org/officeDocument/2006/relationships/slide" Target="/ppt/slides/slide10.xml" Id="Rcb09ea883d754122" /><Relationship Type="http://schemas.openxmlformats.org/officeDocument/2006/relationships/slide" Target="/ppt/slides/slide11.xml" Id="R79ea682f6e76462d" /><Relationship Type="http://schemas.openxmlformats.org/officeDocument/2006/relationships/slide" Target="/ppt/slides/slide12.xml" Id="Raf4bc6b781a44c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63d2da674e42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bc8ca1e734167" /><Relationship Type="http://schemas.openxmlformats.org/officeDocument/2006/relationships/notesMaster" Target="/ppt/notesMasters/notesMaster1.xml" Id="R72ca92acbfb840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81156269ec41d7" /><Relationship Type="http://schemas.openxmlformats.org/officeDocument/2006/relationships/notesMaster" Target="/ppt/notesMasters/notesMaster1.xml" Id="Rfe80efbb6e8b43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58f2754c984b2c" /><Relationship Type="http://schemas.openxmlformats.org/officeDocument/2006/relationships/notesMaster" Target="/ppt/notesMasters/notesMaster1.xml" Id="Rc09a7a3806074a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0b8ac95e17433e" /><Relationship Type="http://schemas.openxmlformats.org/officeDocument/2006/relationships/notesMaster" Target="/ppt/notesMasters/notesMaster1.xml" Id="Rde6d477516f243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7c97b6e5454d07" /><Relationship Type="http://schemas.openxmlformats.org/officeDocument/2006/relationships/notesMaster" Target="/ppt/notesMasters/notesMaster1.xml" Id="R91a9b2bf9e7c4a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fb84e5d3224625" /><Relationship Type="http://schemas.openxmlformats.org/officeDocument/2006/relationships/notesMaster" Target="/ppt/notesMasters/notesMaster1.xml" Id="R15186b771f8c4a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d59e0d31914238" /><Relationship Type="http://schemas.openxmlformats.org/officeDocument/2006/relationships/notesMaster" Target="/ppt/notesMasters/notesMaster1.xml" Id="R0523ac3ba3a04b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91d69bf9fb42f9" /><Relationship Type="http://schemas.openxmlformats.org/officeDocument/2006/relationships/notesMaster" Target="/ppt/notesMasters/notesMaster1.xml" Id="R460d5ebcbff1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eaab283db43ec" /><Relationship Type="http://schemas.openxmlformats.org/officeDocument/2006/relationships/notesMaster" Target="/ppt/notesMasters/notesMaster1.xml" Id="Recd412686a6243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9690b1d5d440b2" /><Relationship Type="http://schemas.openxmlformats.org/officeDocument/2006/relationships/notesMaster" Target="/ppt/notesMasters/notesMaster1.xml" Id="R5bf67dc37d4040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b6cd42b9c74481" /><Relationship Type="http://schemas.openxmlformats.org/officeDocument/2006/relationships/notesMaster" Target="/ppt/notesMasters/notesMaster1.xml" Id="Rbb260bce339544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ea937144974a16" /><Relationship Type="http://schemas.openxmlformats.org/officeDocument/2006/relationships/notesMaster" Target="/ppt/notesMasters/notesMaster1.xml" Id="Rd6f550550548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8196dfca643d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ab1489a95b4b93" /><Relationship Type="http://schemas.openxmlformats.org/officeDocument/2006/relationships/slideLayout" Target="/ppt/slideLayouts/slideLayout2.xml" Id="R5043638448e243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43638448e243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f6490a3ad64907" /><Relationship Type="http://schemas.openxmlformats.org/officeDocument/2006/relationships/image" Target="/ppt/media/image.png" Id="Raa4fff6a7513405a" /><Relationship Type="http://schemas.openxmlformats.org/officeDocument/2006/relationships/notesSlide" Target="/ppt/notesSlides/notesSlide1.xml" Id="R176cac6b5d2640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57049cab514b1d" /><Relationship Type="http://schemas.openxmlformats.org/officeDocument/2006/relationships/image" Target="/ppt/media/image2.png" Id="R16f8dce4cbfb400c" /><Relationship Type="http://schemas.openxmlformats.org/officeDocument/2006/relationships/notesSlide" Target="/ppt/notesSlides/notesSlide2.xml" Id="Reaa95d4db4864e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b5bb45ad004423" /><Relationship Type="http://schemas.openxmlformats.org/officeDocument/2006/relationships/image" Target="/ppt/media/image3.png" Id="R2dc4d4e87fd54e9d" /><Relationship Type="http://schemas.openxmlformats.org/officeDocument/2006/relationships/notesSlide" Target="/ppt/notesSlides/notesSlide3.xml" Id="Re68170bbc5f742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cc58d080b4f4e" /><Relationship Type="http://schemas.openxmlformats.org/officeDocument/2006/relationships/image" Target="/ppt/media/image4.png" Id="R12c7495dc2624595" /><Relationship Type="http://schemas.openxmlformats.org/officeDocument/2006/relationships/notesSlide" Target="/ppt/notesSlides/notesSlide4.xml" Id="R4c13bcdb37e14f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f5dbc8d2b54f7f" /><Relationship Type="http://schemas.openxmlformats.org/officeDocument/2006/relationships/image" Target="/ppt/media/image5.png" Id="R28d0932cf1464549" /><Relationship Type="http://schemas.openxmlformats.org/officeDocument/2006/relationships/notesSlide" Target="/ppt/notesSlides/notesSlide5.xml" Id="Rfed94d94cb5445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ed489e8a645f7" /><Relationship Type="http://schemas.openxmlformats.org/officeDocument/2006/relationships/image" Target="/ppt/media/image6.png" Id="R3e0ea76f82f44f09" /><Relationship Type="http://schemas.openxmlformats.org/officeDocument/2006/relationships/notesSlide" Target="/ppt/notesSlides/notesSlide6.xml" Id="R603a8b0f274148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18adfa86ce4654" /><Relationship Type="http://schemas.openxmlformats.org/officeDocument/2006/relationships/image" Target="/ppt/media/image7.png" Id="R957bc45a107641ce" /><Relationship Type="http://schemas.openxmlformats.org/officeDocument/2006/relationships/notesSlide" Target="/ppt/notesSlides/notesSlide7.xml" Id="Rff4064f60b684f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3f8e220a344f49" /><Relationship Type="http://schemas.openxmlformats.org/officeDocument/2006/relationships/image" Target="/ppt/media/image8.png" Id="R61e20e86f6cd4747" /><Relationship Type="http://schemas.openxmlformats.org/officeDocument/2006/relationships/notesSlide" Target="/ppt/notesSlides/notesSlide8.xml" Id="R678d2a9c22244d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3b2b84d59748fa" /><Relationship Type="http://schemas.openxmlformats.org/officeDocument/2006/relationships/image" Target="/ppt/media/image9.png" Id="Rf9f732f11caf40e5" /><Relationship Type="http://schemas.openxmlformats.org/officeDocument/2006/relationships/notesSlide" Target="/ppt/notesSlides/notesSlide9.xml" Id="R792c4e5909b94b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d9d1168e7492f" /><Relationship Type="http://schemas.openxmlformats.org/officeDocument/2006/relationships/image" Target="/ppt/media/image10.png" Id="Rf43d80896b43425e" /><Relationship Type="http://schemas.openxmlformats.org/officeDocument/2006/relationships/notesSlide" Target="/ppt/notesSlides/notesSlide10.xml" Id="Rd4820785981249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e0f5c5d2bb4392" /><Relationship Type="http://schemas.openxmlformats.org/officeDocument/2006/relationships/image" Target="/ppt/media/image11.png" Id="R2a1417d8463d457d" /><Relationship Type="http://schemas.openxmlformats.org/officeDocument/2006/relationships/notesSlide" Target="/ppt/notesSlides/notesSlide11.xml" Id="R7526ecaa055d4a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9a35dce61e488c" /><Relationship Type="http://schemas.openxmlformats.org/officeDocument/2006/relationships/image" Target="/ppt/media/image12.png" Id="R7ada2a21302c447c" /><Relationship Type="http://schemas.openxmlformats.org/officeDocument/2006/relationships/notesSlide" Target="/ppt/notesSlides/notesSlide12.xml" Id="R7aab37832fb046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fff6a751340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C0C1D-E8AB-4F7F-9E8F-4B44354D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716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34891-F860-43D8-A296-142CF293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674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Apollo Client v4 + TanStack Router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B50F3-8F9C-4216-9508-192E7EB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674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D9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D93A"/>
                </a:solidFill>
                <a:latin typeface="Arial"/>
                <a:ea typeface="Arial"/>
                <a:cs typeface="Arial"/>
              </a:rPr>
              <a:t>preload, colocate, cache, render 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AB386-B0AC-41EA-B72A-D20662AF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Talk guide deck</a:t>
            </a:r>
          </a:p>
        </p:txBody>
      </p:sp>
    </p:spTree>
    <p:extLst>
      <p:ext uri="{BB962C8B-B14F-4D97-AF65-F5344CB8AC3E}">
        <p14:creationId xmlns:p14="http://schemas.microsoft.com/office/powerpoint/2010/main" val="11945660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8dce4cbfb40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66DB3-1B7B-45FD-B448-596F977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learn libraries in the age of AI?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26454-E991-4FC4-A935-129A56B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can write plausible code. You still choose the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ECD4E-9691-4B91-8281-332AC401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52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model often knows an API exists. It does not always know the architecture pressure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76021-C0FB-4870-B709-5EB7A073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32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860A4-7890-4114-88E4-144DF7D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0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2F56C-A632-4658-AC19-05DD7E8C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981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reaches for the obvious hook.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98795-58A6-4E84-B63B-4C2348AD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232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F019C-0C89-4B89-B150-5F5FAE9C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128E7-5392-41C3-8803-3CEFA368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1981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Apollo has sharper tools.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A2EFF-ACD2-4FE8-8C20-312DE04A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2324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968C8-B20C-4890-B79D-49D73936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80B20-5DE6-4DA2-B7AE-BAD0CBEA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1981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Library judgment decides when.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CA097-EF2B-4F69-9BF1-D9638A76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Example: @nonreactive changes who listens to cache updates.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CB3A1-89F8-4F2F-AA0E-FB75BE3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Opening frame: AI speeds up typing, not architectural judgment.</a:t>
            </a:r>
          </a:p>
        </p:txBody>
      </p:sp>
    </p:spTree>
    <p:extLst>
      <p:ext uri="{BB962C8B-B14F-4D97-AF65-F5344CB8AC3E}">
        <p14:creationId xmlns:p14="http://schemas.microsoft.com/office/powerpoint/2010/main" val="843912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4d4e87fd54e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A145E-6939-46EC-9DB5-8A247E66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Route-level preloading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6894C-FEE9-4B90-B647-0D02758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Preload anything you want on screen ASAP.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57BD6-7EFC-46E9-873B-D95309B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0914A-8CD8-4A1D-A8B6-AF387B59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0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C1A6B-1F24-40D0-8129-F8916F9D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TanStack Router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C9A75-BD27-430E-B635-B6AB70C0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7657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0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47311-A2C3-4C22-90AB-0D97C0CF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24175"/>
            <a:ext cx="17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97FA0-4E7A-44C5-A4FC-AFA688E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A8B9B-24D1-4ACB-8F9B-2BEC1EB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BAC53-6D8A-4629-88D5-BE4C0A0C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Apollo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preloadQuery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10AFB-91CE-42AC-8576-7522069D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09341-A711-41C3-B2B2-2E9F6395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24175"/>
            <a:ext cx="17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9F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29FD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00AC2-3C5F-4A08-B6B9-6B862322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1562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B1735-9EDA-4147-8CEE-0E5085BA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1FF27-4ADA-410C-8C4B-33F37AE4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useReadQuery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route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13A78-91CC-4FE9-A020-7E892370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route starts the request before the component tree asks for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4178F-4254-46B6-A527-902D4F46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 cue: apps/web/src/routes/rooms/$roomId.tsx preloads room detail and care plan data.</a:t>
            </a:r>
          </a:p>
        </p:txBody>
      </p:sp>
    </p:spTree>
    <p:extLst>
      <p:ext uri="{BB962C8B-B14F-4D97-AF65-F5344CB8AC3E}">
        <p14:creationId xmlns:p14="http://schemas.microsoft.com/office/powerpoint/2010/main" val="9533738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7495dc26245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0FB43-3693-4B55-8D62-A7DDD02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Event-driven Suspense queries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1DFE3-291C-4F9E-94D9-E651B523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90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useLoadableQuery is for data you load after interaction.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51729-15C4-4FFC-B30D-A7AA9248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4648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A94D7-F272-47AD-B866-52DC059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60235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const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BB553-612E-4BE8-9836-313C0B3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236" y="2209800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18069-94BB-4135-A12E-B959A4B5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283" y="2209800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[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CD6B9-C8D9-4ECB-B2D2-00F3B95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30" y="2209800"/>
            <a:ext cx="864565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rPr>
              <a:t>loadCareNote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78905-D7EC-4ECB-BF8E-8075C048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895" y="2209800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BBB78-00DE-446E-A756-27EFFF1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942" y="2209800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9A73D-4E76-4A95-8BD5-A07AC944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989" y="2209800"/>
            <a:ext cx="57637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queryRef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3544D-10CC-418E-ABCC-4C6A3FA0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366" y="2209800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52EDF-BC9A-4C75-861B-F5BCDD60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413" y="2209800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C1A2C-7F30-4563-9680-9759EFA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460" y="2209800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B585B-43D1-414E-A351-5689681C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9918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36280-D5A1-41F8-A21C-CCC8B294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94" y="2389918"/>
            <a:ext cx="115275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rPr>
              <a:t>useLoadableQuery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B38D8-8428-4B62-AE4F-0680B759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848" y="2389918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BB4DD-AA5B-4CE4-A779-AE5F681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895" y="2389918"/>
            <a:ext cx="1296848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rPr>
              <a:t>PlantCareNoteQuery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08F77-3DE7-4853-9F54-0D6E41BB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743" y="2389918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92077-3138-480B-97D0-5ECEEAD9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0153"/>
            <a:ext cx="504330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7D93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7D93A"/>
                </a:solidFill>
                <a:latin typeface="Courier New"/>
                <a:ea typeface="Courier New"/>
                <a:cs typeface="Courier New"/>
              </a:rPr>
              <a:t>&lt;Button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C71D0-C916-41D2-B71F-DCA02EC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30" y="2750153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7A36E-FF9D-4CBF-A62B-475D7B8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77" y="2750153"/>
            <a:ext cx="504330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onClick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1C542-7496-49E0-939D-E451F8B5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706" y="2750153"/>
            <a:ext cx="288188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={()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D1233-7AF2-448E-943D-0CFBC8F4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895" y="2750153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25DA7-12ED-4DC4-9349-259A2285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942" y="2750153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=&gt;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1E68F-1182-49F1-BFDB-48E87A2C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036" y="2750153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F4797-82A7-4EA3-8AF9-C1A98929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83" y="2750153"/>
            <a:ext cx="864565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F1CD33"/>
                </a:solidFill>
                <a:latin typeface="Courier New"/>
                <a:ea typeface="Courier New"/>
                <a:cs typeface="Courier New"/>
              </a:rPr>
              <a:t>loadCareNote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13044-5717-4635-800E-A736706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648" y="2750153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({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E8876-1F44-4E57-9658-6A7B09DC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743" y="2750153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42248-9219-4A9D-B10A-440D34A4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790" y="2750153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94F67F-4839-4CA4-A6D0-09CB3F4F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884" y="2750153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084301-7991-4EAC-ADE0-E18FE13D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931" y="2750153"/>
            <a:ext cx="216141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})}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DA8A38-9D65-4D54-8FF5-2C2EECE2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072" y="2750153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95A87C-8961-454C-ABAF-EE3C016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120" y="2750153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/&gt;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1C3887-8B92-487E-97C5-3230837B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90CD54-4F5C-4518-BD7D-3DE8E62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47" y="3110389"/>
            <a:ext cx="57637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queryRef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DDA36-DFD0-4561-8BC9-7169CD10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24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362677-D5BE-4CA4-884E-53FFCAE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471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1ACEB9-23FE-4C5B-804D-FFC023AB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518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13A535-A225-4A6F-A889-A5F55171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565" y="3110389"/>
            <a:ext cx="1368895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7D93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7D93A"/>
                </a:solidFill>
                <a:latin typeface="Courier New"/>
                <a:ea typeface="Courier New"/>
                <a:cs typeface="Courier New"/>
              </a:rPr>
              <a:t>&lt;PlantCareNotePanel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EA530D-14D8-43E7-B287-A9E2EFCE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460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BC1337-BE80-4223-9D7A-228D0AD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507" y="3110389"/>
            <a:ext cx="57637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queryRef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8D6176-3EB3-436F-907D-0333E94D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884" y="3110389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={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2C14BB-0301-4215-828B-4A697566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978" y="3110389"/>
            <a:ext cx="57637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queryRef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948FDD-254B-4827-9C4C-3CC409F1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355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2B9D88-7DE9-4078-A4BF-88022418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402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F4968D-9586-4817-B2D0-FC074EF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449" y="3110389"/>
            <a:ext cx="144094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/&gt;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7DE4BD-AB63-4DAB-A29F-F787954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543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A851F0-995B-4122-8E5E-1BB4AFE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591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F0DB89-0FD7-45E4-A9BA-8B9B71F1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638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5EA480-2759-4070-95A9-AFDBC27B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685" y="3110389"/>
            <a:ext cx="288188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null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AF3CF0-31B4-43E3-B21A-F0B6EA2B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73" y="3110389"/>
            <a:ext cx="72047" cy="1394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91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C52D00-71AF-4C57-9113-3BA330AC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1CDC25-92F7-4B68-BDED-83DBE42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E3B411-E89D-4AF1-9D85-D1E276E4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this app: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 a plant care note only after the user asks.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8FCF23-8329-4C2C-9902-9820D34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19450"/>
            <a:ext cx="270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71F237-6A02-40D7-8230-7166D54A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194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7E8261-267D-472A-A714-17EEEF2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2362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Honorable mention:</a:t>
            </a:r>
          </a:p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useBackgroundQuery starts work above a Suspense boundary and helps avoid waterfall loading.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DFD553-36EA-4AAD-A298-5080427C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 cue: apps/web/src/components/rooms/room-plant-list.tsx</a:t>
            </a:r>
          </a:p>
        </p:txBody>
      </p:sp>
    </p:spTree>
    <p:extLst>
      <p:ext uri="{BB962C8B-B14F-4D97-AF65-F5344CB8AC3E}">
        <p14:creationId xmlns:p14="http://schemas.microsoft.com/office/powerpoint/2010/main" val="6049421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0932cf14645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28589-E6F1-4E24-B829-BBA83ED9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Fragment colocation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37648-0698-4C8F-9DEF-86738557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component owns the fields it reads.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06A0A-8310-4AD9-AAFE-7B681B1F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4476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2AF86-293F-4487-A3E6-8F06131D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500786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fragment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B4FE8-9357-49B7-AB29-72A0DB9F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36" y="2057400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1747-61A4-440B-8894-50C37CF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35" y="2057400"/>
            <a:ext cx="56338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User_user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8B7AD-D436-4A29-90B7-C80A8506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19" y="2057400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C2C24-295D-4C2A-A920-3A158027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218" y="2057400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8958E-6759-4D91-B481-00C2F7CC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414" y="2057400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4C115-1BB8-4FE5-8ED4-C94A8DE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13" y="2057400"/>
            <a:ext cx="250393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8C061-88DE-4365-A667-4ABE8C46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406" y="2057400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70CCA-3D76-4ED7-8DDB-D9CEB861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004" y="2057400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6F2FF-0CC0-48E1-80F4-998D405A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3896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C4982-E493-4304-A961-3D5965D4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47" y="2213896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EA40F-206A-415E-A7FE-373EB971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0392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12F6B-4807-4F26-B002-9A7532EC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47" y="2370392"/>
            <a:ext cx="250393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32E30-B0FB-44E1-A821-A3AA4306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6887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1E6A7-1F51-4BBA-B560-1BEEF6FA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47" y="2526887"/>
            <a:ext cx="18779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FACFB-2FBE-412D-9EC2-4D6B8B3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42" y="2526887"/>
            <a:ext cx="93897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UserAvatar_user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0B096-F09A-4C99-9AD9-2FF0D1CC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3383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FA4FE8-0003-4E5E-AB67-A532B0DD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6375"/>
            <a:ext cx="500786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function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E3E3B-F2DE-4CAC-AF4E-1BB40ED0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36" y="2996375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4EC12-4A49-4B5F-B212-21C41E7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35" y="2996375"/>
            <a:ext cx="250393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E827E-56F0-4E80-A09C-D30AF72A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628" y="2996375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({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78A07-0D8E-4990-81B7-B8526BCE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825" y="2996375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6D7EDF-891C-4CB9-9888-4B2BAA1A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423" y="2996375"/>
            <a:ext cx="250393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A3328-C9EE-44F6-87C5-9A648703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2996375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44094-65D0-4FCC-B681-BAAA227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414" y="2996375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8586D-32E1-4A07-B513-4FFD2A5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11" y="2996375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CDD4E-C22C-469F-948C-349E5CF3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209" y="2996375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101AED-51F6-47BD-8BD9-0305242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870"/>
            <a:ext cx="93897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8C8C8C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8C8C8C"/>
                </a:solidFill>
                <a:latin typeface="Courier New"/>
                <a:ea typeface="Courier New"/>
                <a:cs typeface="Courier New"/>
              </a:rPr>
              <a:t>  // reads name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2C50C-3110-48FD-A685-C55E3991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9366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D237BA-169F-45D2-87A6-C5FCCDA6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47" y="3309366"/>
            <a:ext cx="375590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return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A60D4E-9FED-4808-B4B9-B3DA218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36" y="3309366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DF62BC-ED77-4113-BD43-79A33ED3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35" y="3309366"/>
            <a:ext cx="688581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7D93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7D93A"/>
                </a:solidFill>
                <a:latin typeface="Courier New"/>
                <a:ea typeface="Courier New"/>
                <a:cs typeface="Courier New"/>
              </a:rPr>
              <a:t>&lt;UserAvatar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16F938-07E5-4283-860A-111AD2E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3309366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05D064-5763-4E53-A535-9B046C6B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414" y="3309366"/>
            <a:ext cx="250393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3338AE-F99F-42AF-B22A-655F5EE2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08" y="3309366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={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374811-482D-491C-B652-EE4EE121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004" y="3309366"/>
            <a:ext cx="250393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CF0DD6-D6BB-4731-9585-B1324775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397" y="3309366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37E7BE-7958-4768-B951-E4B573B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996" y="3309366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E1F294-0A28-41BD-BB53-6C96622F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594" y="3309366"/>
            <a:ext cx="18779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/&gt;;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CA38E9-55E4-4932-A3F6-EB790DE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5862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483226-BC49-4A6E-B09E-57151DA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8853"/>
            <a:ext cx="500786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fragment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402364-BEA6-4B38-BA6E-2349EB4C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36" y="3778853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5F5567-7407-4E98-9492-186CA586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35" y="3778853"/>
            <a:ext cx="93897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UserAvatar_user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B96D8E-09A5-4177-BA93-5A2D611B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209" y="3778853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37B1F9-FCF6-4F14-B6AA-1A5C1FF8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08" y="3778853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E30778-A239-4C23-94E9-886518F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004" y="3778853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AAB025-566B-4766-9DDB-24F3C6D6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602" y="3778853"/>
            <a:ext cx="250393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711A2F-09F8-4C75-B8A9-7105E363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996" y="3778853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30BF12-6FF6-4D05-A651-7F5CD21C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594" y="3778853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51012B-B1F3-42FB-8E17-0600D23F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5349"/>
            <a:ext cx="125197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2DF841-BEBE-4FA9-B1AD-D11581A5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47" y="3935349"/>
            <a:ext cx="563385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avatarUrl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C77572-3CD6-4DC6-B262-B8CB726B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1845"/>
            <a:ext cx="62598" cy="1211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795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236DD1-748F-46E4-A5E8-0C881583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66950"/>
            <a:ext cx="1981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CCCC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82F783-AA0A-417E-BE91-2E5AAD8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9E4D18-3EF8-4248-90A9-CE19CA00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1009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D8FE66-4FB2-4993-BDE5-46951F5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avatarUrl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8217D2-8D61-4451-A104-B655A7A4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053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avatar does not need email, role, bio, or settings.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FE03BB-05A5-4D64-9454-27F8B013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Rule: parent composes child fragments; child reads its own fragment.</a:t>
            </a:r>
          </a:p>
        </p:txBody>
      </p:sp>
    </p:spTree>
    <p:extLst>
      <p:ext uri="{BB962C8B-B14F-4D97-AF65-F5344CB8AC3E}">
        <p14:creationId xmlns:p14="http://schemas.microsoft.com/office/powerpoint/2010/main" val="2267609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ea76f82f44f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D8D62-129F-46E5-B1BB-18FA2BCB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232D9-9F45-4DC1-BC0E-EF3FE4B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52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shared query becomes a shared liability.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4E9D6-89DB-40B2-AB5C-1625B69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095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3146C-BCE1-4F4D-B9CE-9B8F9FCB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330708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F77C8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FF77C8"/>
                </a:solidFill>
                <a:latin typeface="Courier New"/>
                <a:ea typeface="Courier New"/>
                <a:cs typeface="Courier New"/>
              </a:rPr>
              <a:t>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F52DD-A505-4B67-B459-64219C0D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08" y="2000250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7E532-FC42-4147-A8B2-134976F2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50" y="2000250"/>
            <a:ext cx="66141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1CD33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F1CD33"/>
                </a:solidFill>
                <a:latin typeface="Courier New"/>
                <a:ea typeface="Courier New"/>
                <a:cs typeface="Courier New"/>
              </a:rPr>
              <a:t>UserScreen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FABF5-B1AB-4098-AB9B-A6909879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66" y="2000250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5B91C-B382-43AC-8410-8B3DD438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07" y="2000250"/>
            <a:ext cx="198425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$id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CB164-5D3B-4711-BA10-FCE4922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932" y="2000250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EC43C-7DA2-4FE0-9DFB-6FE6184D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074" y="2000250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F95A8-CB58-4B67-A2C0-375CCE56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215" y="2000250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67961-2C92-4376-8010-B6ED1A5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498" y="2000250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!)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9F5D1-0F9F-4829-9223-D24B341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782" y="2000250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92854-93E6-4FFD-998B-925A2224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23" y="2000250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7F1CD-2FC3-4FE8-951C-6CC3A36B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5604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644C5-738E-456E-AF99-2370DE2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83" y="2165604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3155E-825E-4FF8-A1A0-0833994E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50" y="216560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E65F3-DBA8-4272-A951-8D874A7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91" y="2165604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F789F-6139-43C0-8030-7E217F5E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74" y="216560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2DD36-35D8-4949-BC63-D2302AD7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16" y="216560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20A25-858A-4720-9731-62461902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58" y="2165604"/>
            <a:ext cx="198425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$id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50E53-37BA-4659-8BFF-9C6A8A0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082" y="216560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2FF01-DB5C-4440-AADD-36F3B77C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216560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2BED7-77B5-4A8F-A930-95667407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66" y="216560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FA225-E999-42FE-9BDE-AED508F2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0958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  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EE572-6FEB-4654-BD44-4E2F452A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66" y="2330958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A639B1-8E27-4515-B4E5-2DC1C160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6312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  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D21EB-694D-4CFA-9C67-82223558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66" y="2496312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name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538DBB-A88A-429A-BEC6-139FD0DC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1666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  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B6379-167E-43F6-8AB9-6B333B9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66" y="2661666"/>
            <a:ext cx="330708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email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19D99F-990E-4DDB-9631-D8D94CB0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7020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  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0B0D2A-2BDC-42FE-84AE-4251329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66" y="2827020"/>
            <a:ext cx="595274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avatarUrl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7075C8-C1F7-4F70-9BE6-B919CD81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2374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  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E2DDAD-9955-4131-AF30-10BB49FE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66" y="2992374"/>
            <a:ext cx="92598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billingAddress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6E4FCB-65D8-48C2-A8D5-950DA334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7728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  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6C99DB-AE31-4F82-B6BD-FD190525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66" y="3157728"/>
            <a:ext cx="727558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lastLoginAt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34548D-0910-40FB-B298-F30B7DB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3082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 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70CB71-8A1E-4259-9317-A100733A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83" y="3323082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5A8FF6-D8B2-490A-8CC2-8A5B3F62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8436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CED569-B301-402D-A5F4-7D7FF6A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9144"/>
            <a:ext cx="793699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7D93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7D93A"/>
                </a:solidFill>
                <a:latin typeface="Courier New"/>
                <a:ea typeface="Courier New"/>
                <a:cs typeface="Courier New"/>
              </a:rPr>
              <a:t>&lt;UserProfile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B1F938-2214-4E50-8096-9637E55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99" y="381914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2D6223-06BD-4A44-97E0-8C9F87AF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941" y="3819144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3C4EE2-639E-476D-B446-562249C2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07" y="3819144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={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0B5DF3-FF85-4B4D-8F8E-73153360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790" y="3819144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data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1D031B-965B-4BA5-9D8D-8D57E409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357" y="381914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E28FE3-7158-4BCC-80A9-45A7F707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498" y="3819144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68F44C-C2D3-4F3C-9F0D-B5959DC1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65" y="381914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469A54-A79A-4F4A-9855-3594A191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206" y="3819144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A8F0F3-8847-4C87-A2FE-1A78388C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348" y="3819144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/&gt;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6F597A-C3CC-4403-A1CE-29B3F293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4498"/>
            <a:ext cx="727558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7D93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7D93A"/>
                </a:solidFill>
                <a:latin typeface="Courier New"/>
                <a:ea typeface="Courier New"/>
                <a:cs typeface="Courier New"/>
              </a:rPr>
              <a:t>&lt;UserAvatar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A4FFA5-1D13-46BC-AE2C-D586DB94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58" y="3984498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DBB8CB-6414-487F-AC9C-F4470B3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99" y="3984498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5B248E-748F-4A09-982D-DD5D521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66" y="3984498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={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70C317-11FC-420B-8452-CF8DECD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649" y="3984498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E4967B-8DB6-4FFE-ABF6-1DFDEA22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215" y="3984498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6F1742-02FA-413E-8A2E-86125400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357" y="3984498"/>
            <a:ext cx="264566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user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821FF3-EAFF-4410-BCA7-44D72C99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23" y="3984498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5FB184-ECFA-445F-A902-3580C0A6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65" y="3984498"/>
            <a:ext cx="66142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EAEAEA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528942-55FC-40A1-8509-7398E7EA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206" y="3984498"/>
            <a:ext cx="132283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defRPr>
            </a:pPr>
            <a:r>
              <a:rPr sz="840" b="0">
                <a:solidFill>
                  <a:srgbClr val="BDBDBD"/>
                </a:solidFill>
                <a:latin typeface="Courier New"/>
                <a:ea typeface="Courier New"/>
                <a:cs typeface="Courier New"/>
              </a:rPr>
              <a:t>/&gt;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9D5E3E-6FE5-4051-851B-FD2D59CB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EAC800-B9D5-44DB-82E4-F75AB889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E22D27-4228-46A5-9AFB-D2846A2A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860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Profile needs: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name + email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B55A60-A090-4D0D-B01D-2FF12AA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35B8E9-BDB4-4812-B81F-E6F86C3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A27FD1-611F-44F8-99EF-E5B030AA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004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Avatar needs: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avatarUrl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37124A-971D-4FA8-B6D8-4D67ECF3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3181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Both components now depend on the same oversized shape.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04CC295-7D1A-44A0-92E2-9AD9D27F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Anti-pattern: one component's data change makes everyone care.</a:t>
            </a:r>
          </a:p>
        </p:txBody>
      </p:sp>
    </p:spTree>
    <p:extLst>
      <p:ext uri="{BB962C8B-B14F-4D97-AF65-F5344CB8AC3E}">
        <p14:creationId xmlns:p14="http://schemas.microsoft.com/office/powerpoint/2010/main" val="15009489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bc45a107641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DEF80-C91B-41CB-9D27-D4350A29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Cache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3A778-250E-4184-9C16-CCAAE4A5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cache is an entity graph, not a response drawer.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90267-B0BF-4CDB-A303-B527C59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6545D-1348-4214-8644-8AC4677E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0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0DC41-6CAB-45AD-BD3E-C4D655CC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server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E864C-173F-49B0-B3DA-3912C238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99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0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7907C-93AC-4F6A-9ABD-30B9E116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17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C65CC-16D0-4530-903B-B2FDD1D8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6B6D5-0DA2-4B3A-8528-044FDC18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07353-A280-4202-84C3-46501F4D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33650"/>
            <a:ext cx="1466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cache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C794F-CF9B-4033-88B3-3D879AD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DB13A-E1F9-43CA-AA43-886DBF11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17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9FD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29FD6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489C0-F4C4-472A-9C03-E23DE3FD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FFC03-17DD-466F-801E-F1BB37BB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C95FE-E0EC-4A99-B7E5-4E2ADC95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F9D22-38D3-4769-B2B8-CD9D070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704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When the graph is right, refetching becomes the exception.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546D7-556B-4D75-9D76-0A9CD3C1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cue: mutation result updates the cache, UI follows.</a:t>
            </a:r>
          </a:p>
        </p:txBody>
      </p:sp>
    </p:spTree>
    <p:extLst>
      <p:ext uri="{BB962C8B-B14F-4D97-AF65-F5344CB8AC3E}">
        <p14:creationId xmlns:p14="http://schemas.microsoft.com/office/powerpoint/2010/main" val="20481073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20e86f6cd47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54770-3859-4327-89D5-025124D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Optimistic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A63D4-FE03-42F7-8888-9449C66F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Latency should not hide what the user just did.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F8E8C-DF02-44D6-9FF5-B81F44C0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209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80D81-02A8-470E-9F09-76552277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9E3A3-951C-4BEA-8D8E-5AA98269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useMutation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optimisticResponse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80A0E-C97E-47CB-97BA-7A682A05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90800"/>
            <a:ext cx="2209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19980-AD25-4976-9F34-9D98B78C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908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4ED07-BEF9-4230-B1B3-C986805B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useMutation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update(cache, result)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95AA8-816E-442A-9E80-15E0FE57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2209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F9844-9E9B-4A0E-B30F-D61C9EEB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D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81F52-0309-46AD-8336-A10A1576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UI renders</a:t>
            </a:r>
          </a:p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from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7D9D6-6145-4887-864C-ED435CB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In the app: createPlant uses optimisticResponse, then update writes the returned edge into the room cache.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B395A-62BD-4B0C-98D9-90EB71D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 cue: useMutation(CreatePlantMutation, { update }) in RoomPlantList.</a:t>
            </a:r>
          </a:p>
        </p:txBody>
      </p:sp>
    </p:spTree>
    <p:extLst>
      <p:ext uri="{BB962C8B-B14F-4D97-AF65-F5344CB8AC3E}">
        <p14:creationId xmlns:p14="http://schemas.microsoft.com/office/powerpoint/2010/main" val="12772704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732f11caf40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3B30F-B362-44F3-A297-A651CC5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Rerender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967E0-DB0C-4FAF-ADFA-AA77DF8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@nonreactive changes who has to listen.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66405-ABE9-4817-B098-2344EAC2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2705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CD4BF-7AD3-4252-8846-D3A77B99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AB042-C1D0-448B-9321-2E4C019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before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parent watches every row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C6901-C9CB-430B-B57E-DAF3DE5A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2705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305D0-044B-407C-89B6-DA3241C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EC77D-B92A-48E8-B1C4-F637A95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after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parent watches ids, rows watch fragments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16570-AD77-4133-91DC-154275AB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useFragment creates the live binding where the data is consumed.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B37D0-626C-4D2B-A378-3BA31634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cue: row data updates without making the list owner do extra work.</a:t>
            </a:r>
          </a:p>
        </p:txBody>
      </p:sp>
    </p:spTree>
    <p:extLst>
      <p:ext uri="{BB962C8B-B14F-4D97-AF65-F5344CB8AC3E}">
        <p14:creationId xmlns:p14="http://schemas.microsoft.com/office/powerpoint/2010/main" val="15199385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d80896b4342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E4C1D-EFD2-4B0B-811C-3A63886D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CA2CB-E37C-414C-963B-84213DEE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Fewer refetches. Fewer rerenders. Less glue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69F24-07C9-4ED7-B9BA-4805DE13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209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66004-32CB-4299-8DD0-9FD488F5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0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B9486-4FD1-4FD4-9F1F-D8F4C846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Preload once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at navigation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C423C-5DE6-4D92-886C-76D15017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00350"/>
            <a:ext cx="2209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2C724-3F96-482F-8A4B-C738D3E1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00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B0AC0-2EE2-4DDE-9714-966DCCDF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 once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the 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07B2E-39D4-4C12-8AF1-7672847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209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A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DF144-A044-4C74-ADA2-E117C300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F67C9-84F4-44E7-9733-5ED0FCEC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 narrowly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F7061-C2C0-444F-A487-C7DA6B54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The performance story is mostly a data ownership 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ED610-EF23-43D2-B0D7-94A1FA30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 the mental model simple: who owns this data, and who reacts?</a:t>
            </a:r>
          </a:p>
        </p:txBody>
      </p:sp>
    </p:spTree>
    <p:extLst>
      <p:ext uri="{BB962C8B-B14F-4D97-AF65-F5344CB8AC3E}">
        <p14:creationId xmlns:p14="http://schemas.microsoft.com/office/powerpoint/2010/main" val="19181198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417d8463d45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0000B-DA79-479D-9D16-80F21828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9725D-7F65-4DF4-9BD3-99B4820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path through the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D6D05-8A96-4951-BF12-B6CC2E24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637F2-1CE0-4802-BD50-E06B7666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027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5F579-F36F-49F3-B7D3-FD02FBAF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route loader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7D5F8-00D7-491A-8A46-58134827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8C1D4-6370-447E-A6AB-C880A1E3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384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1BD54-9401-4901-A003-AB60CB58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14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D6274-9B35-48CE-A9FC-E35A5522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91790-29A9-4821-8D31-371E4B01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7657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5C5FA-45DE-494C-93F4-748CF625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Fragment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3450E-9B73-412C-8D86-D0BE177C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56E15-7120-49F6-BE33-D80D5EB1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1472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55E84-84BF-4035-9204-BAF5F07E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optimistic mutation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26D2C-E44F-40FA-A513-0B125C4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00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00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AD620-C653-4AE2-AD6D-B7AFF58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52875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6648F-0FFD-488F-B17F-C0EEFA3A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cache broadcast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81018-1A6B-48C9-9FC2-B292A868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Keep asking: who owns this data, and who should react when it changes?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6EB69-6396-4815-8D48-8C39B544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this as the live coding checklist.</a:t>
            </a:r>
          </a:p>
        </p:txBody>
      </p:sp>
    </p:spTree>
    <p:extLst>
      <p:ext uri="{BB962C8B-B14F-4D97-AF65-F5344CB8AC3E}">
        <p14:creationId xmlns:p14="http://schemas.microsoft.com/office/powerpoint/2010/main" val="12943328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a2a21302c44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4E5B0-2BC8-47D3-AC36-173E5314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 Apollo is more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7295C-A381-44BD-8CEF-CDF68EA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009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84AD7-A689-43AE-A250-A91EB2B5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Preload at the route.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43012-DC1C-411A-8B2F-659709C6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9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6EB59-E0D2-4FAA-84B7-941AFF8E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Colocate the fragment.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4E14D-CE21-45BE-8293-960AC6C5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32EB4-8767-47F9-B21D-AEF61E6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Trust the normalized cache.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B7AD0-2D33-48CB-970F-497654F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CD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BDDED-59A2-49CB-9C31-C81640EC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Make rerenders intentional.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33053-3BAF-4974-8A5F-DB42326A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D4D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D4D4D"/>
                </a:solidFill>
                <a:latin typeface="Arial"/>
                <a:ea typeface="Arial"/>
                <a:cs typeface="Arial"/>
              </a:rPr>
              <a:t>AI can help you type the pattern. You still choose the pattern.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EDE05-5E1F-4CD9-9D9B-D77ECBF8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723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Closing line: simpler mental model, better perceived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09088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2026-05-16T21:40:28.9550000Z</dcterms:created>
  <dcterms:modified xsi:type="dcterms:W3CDTF">2026-05-16T21:40:28.9550000Z</dcterms:modified>
</coreProperties>
</file>